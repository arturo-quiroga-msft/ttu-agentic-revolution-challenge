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2" r:id="rId3"/>
    <p:sldId id="260" r:id="rId4"/>
    <p:sldId id="261" r:id="rId5"/>
    <p:sldId id="263" r:id="rId6"/>
    <p:sldId id="264" r:id="rId7"/>
    <p:sldId id="265" r:id="rId8"/>
    <p:sldId id="266" r:id="rId9"/>
    <p:sldId id="269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26F20B-C463-0349-B3F4-28E85F07C8D9}">
          <p14:sldIdLst>
            <p14:sldId id="256"/>
          </p14:sldIdLst>
        </p14:section>
        <p14:section name="SINGLE AGENT SOLUTION" id="{4D64E129-12EB-1547-992A-4FFB90BB2CA9}">
          <p14:sldIdLst>
            <p14:sldId id="262"/>
            <p14:sldId id="260"/>
            <p14:sldId id="261"/>
          </p14:sldIdLst>
        </p14:section>
        <p14:section name="MULTI-AGENT SOLUTION - DEV" id="{C5241651-0464-AA44-A89A-AD0B10E3611B}">
          <p14:sldIdLst>
            <p14:sldId id="263"/>
            <p14:sldId id="264"/>
            <p14:sldId id="265"/>
          </p14:sldIdLst>
        </p14:section>
        <p14:section name="MULTI-AGENT SOLUTION - PROD" id="{0E45B361-04AA-1A48-B097-4896808315A4}">
          <p14:sldIdLst>
            <p14:sldId id="266"/>
            <p14:sldId id="269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5"/>
    <p:restoredTop sz="94778"/>
  </p:normalViewPr>
  <p:slideViewPr>
    <p:cSldViewPr snapToGrid="0" snapToObjects="1">
      <p:cViewPr varScale="1">
        <p:scale>
          <a:sx n="138" d="100"/>
          <a:sy n="138" d="100"/>
        </p:scale>
        <p:origin x="424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B0EADF-4EBE-F34E-AAFC-2786A2E235DE}" type="datetimeFigureOut">
              <a:rPr lang="en-US" smtClean="0"/>
              <a:t>11/2/25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53980-04C6-514C-B838-6C1CBA4B8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444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53980-04C6-514C-B838-6C1CBA4B85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366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Contoso Consulting Group — Intelligent Time &amp; Expense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Context-aware missing-time detection | Team </a:t>
            </a:r>
            <a:r>
              <a:rPr lang="en-CA" dirty="0"/>
              <a:t>Awesome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2E313-8B26-579B-5772-A0A3AB552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403054"/>
          </a:xfrm>
        </p:spPr>
        <p:txBody>
          <a:bodyPr>
            <a:normAutofit fontScale="90000"/>
          </a:bodyPr>
          <a:lstStyle/>
          <a:p>
            <a:r>
              <a:rPr lang="en-US" dirty="0"/>
              <a:t>Architecture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3CF008-7154-D721-5A2F-EAEC7DA60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064" y="477509"/>
            <a:ext cx="8547872" cy="62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477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781E2-DBAE-6F29-F34C-7BAF57C51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EB5D3F-5E0A-9784-38EE-FA3B163E3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22" y="2265004"/>
            <a:ext cx="11639955" cy="232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477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8C28B-87F5-F0F5-71E0-D3F7E6B82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9"/>
            <a:ext cx="8229600" cy="537125"/>
          </a:xfrm>
        </p:spPr>
        <p:txBody>
          <a:bodyPr>
            <a:normAutofit fontScale="90000"/>
          </a:bodyPr>
          <a:lstStyle/>
          <a:p>
            <a:r>
              <a:rPr lang="en-US" dirty="0"/>
              <a:t>Sequence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ADC5DF-6C32-99A6-3987-905549EB1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20" y="863082"/>
            <a:ext cx="7772400" cy="585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544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473C5-DBD4-48E3-CD83-DA6D76779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300" y="89444"/>
            <a:ext cx="8229600" cy="393182"/>
          </a:xfrm>
        </p:spPr>
        <p:txBody>
          <a:bodyPr>
            <a:normAutofit fontScale="90000"/>
          </a:bodyPr>
          <a:lstStyle/>
          <a:p>
            <a:r>
              <a:rPr lang="en-US" dirty="0"/>
              <a:t>Architecture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D65210-0EDC-4A69-8E8A-CD9FFE81D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91" y="625033"/>
            <a:ext cx="11416217" cy="6143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87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36458-EBEA-2ECC-DCFC-3290950D1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Manager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7C394D-BAF1-729F-EE82-34FBC7CFA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75" y="1856159"/>
            <a:ext cx="12131449" cy="314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371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79912-5532-C200-3CD5-699A78AE9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4280"/>
            <a:ext cx="10972800" cy="300715"/>
          </a:xfrm>
        </p:spPr>
        <p:txBody>
          <a:bodyPr>
            <a:normAutofit fontScale="90000"/>
          </a:bodyPr>
          <a:lstStyle/>
          <a:p>
            <a:r>
              <a:rPr lang="en-US" dirty="0"/>
              <a:t>Sequence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AFFF90-59AC-C58B-7D83-37A456F33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253" y="652539"/>
            <a:ext cx="8691081" cy="593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458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B1241-F06C-E195-B2F7-70D44400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3653"/>
            <a:ext cx="10972800" cy="361970"/>
          </a:xfrm>
        </p:spPr>
        <p:txBody>
          <a:bodyPr>
            <a:normAutofit fontScale="90000"/>
          </a:bodyPr>
          <a:lstStyle/>
          <a:p>
            <a:r>
              <a:rPr lang="en-US" dirty="0"/>
              <a:t>Architecture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FB12A5-AC8F-44D0-E41B-B5C8EA391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17" y="697781"/>
            <a:ext cx="12012365" cy="546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628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1846E-32CF-6F92-4CA8-A60E6542F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1018"/>
            <a:ext cx="10972800" cy="385119"/>
          </a:xfrm>
        </p:spPr>
        <p:txBody>
          <a:bodyPr>
            <a:normAutofit fontScale="90000"/>
          </a:bodyPr>
          <a:lstStyle/>
          <a:p>
            <a:r>
              <a:rPr lang="en-US" dirty="0"/>
              <a:t>Agent Specialization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2F3298-17DB-FA48-C8A3-C5FDB9B56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2" y="2050862"/>
            <a:ext cx="12106516" cy="275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311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B4AC9-95E2-55A1-57A2-BB222AAB7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1018"/>
            <a:ext cx="10972800" cy="315671"/>
          </a:xfrm>
        </p:spPr>
        <p:txBody>
          <a:bodyPr>
            <a:normAutofit fontScale="90000"/>
          </a:bodyPr>
          <a:lstStyle/>
          <a:p>
            <a:r>
              <a:rPr lang="en-US" dirty="0"/>
              <a:t>Sequence Flow Diagram (1)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31600E-1CB0-7D77-A150-58CC1EED6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95" y="1093347"/>
            <a:ext cx="11479810" cy="467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315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2D06C-7827-0CBE-3576-3D370F3DE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514"/>
            <a:ext cx="10972800" cy="413731"/>
          </a:xfrm>
        </p:spPr>
        <p:txBody>
          <a:bodyPr>
            <a:normAutofit fontScale="90000"/>
          </a:bodyPr>
          <a:lstStyle/>
          <a:p>
            <a:r>
              <a:rPr lang="en-US" dirty="0"/>
              <a:t>Sequence Flow Diagram (2)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D834AE-1157-805B-4EF7-EA14B4F1C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358" y="599833"/>
            <a:ext cx="9637603" cy="6170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46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1247</TotalTime>
  <Words>46</Words>
  <Application>Microsoft Macintosh PowerPoint</Application>
  <PresentationFormat>Widescreen</PresentationFormat>
  <Paragraphs>13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Contoso Consulting Group — Intelligent Time &amp; Expense Assistant</vt:lpstr>
      <vt:lpstr>Architecture Diagram</vt:lpstr>
      <vt:lpstr>Flow Diagram</vt:lpstr>
      <vt:lpstr>Sequence Diagram</vt:lpstr>
      <vt:lpstr>Architecture Diagram</vt:lpstr>
      <vt:lpstr>Workflow Manager Diagram</vt:lpstr>
      <vt:lpstr>Sequence Diagram</vt:lpstr>
      <vt:lpstr>Architecture Diagram</vt:lpstr>
      <vt:lpstr>Agent Specialization Diagram</vt:lpstr>
      <vt:lpstr>Sequence Flow Diagram (1)</vt:lpstr>
      <vt:lpstr>Sequence Flow Diagram (2)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Arturo Quiroga</cp:lastModifiedBy>
  <cp:revision>13</cp:revision>
  <dcterms:created xsi:type="dcterms:W3CDTF">2013-01-27T09:14:16Z</dcterms:created>
  <dcterms:modified xsi:type="dcterms:W3CDTF">2025-11-02T14:14:47Z</dcterms:modified>
  <cp:category/>
</cp:coreProperties>
</file>